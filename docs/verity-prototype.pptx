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054096"/>
            <a:ext cx="83027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B1A2B"/>
                </a:solidFill>
                <a:latin typeface="Arial"/>
              </a:rPr>
              <a:t>VERITY</a:t>
            </a:r>
            <a:r>
              <a:rPr sz="1000" b="0" i="0">
                <a:solidFill>
                  <a:srgbClr val="334045"/>
                </a:solidFill>
                <a:latin typeface="Arial"/>
              </a:rPr>
              <a:t>  </a:t>
            </a:r>
            <a:r>
              <a:rPr sz="1400" b="0" i="0">
                <a:solidFill>
                  <a:srgbClr val="6B7D84"/>
                </a:solidFill>
                <a:latin typeface="Arial"/>
              </a:rPr>
              <a:t>Prior Authorization Evidence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3456432"/>
            <a:ext cx="83027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334045"/>
                </a:solidFill>
                <a:latin typeface="Arial"/>
              </a:rPr>
              <a:t>Every determination traces to a cited source. The system can approve, or route to a clinician — it cannot deny.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8404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3840480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[TEAM 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408736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4087368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Patient &amp; Member 360 / Clinical-Regulatory Copilot (HCLS)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3342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Leader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4334256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[TEAM LEADER 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58114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4581144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[TEAM SIZE]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PROBLEM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A reviewer cannot see the evidence that would approve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Prior authorization for specialty drugs — Meridian Health Plan (synthetic)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050791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USER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A2B"/>
                </a:solidFill>
                <a:latin typeface="Arial"/>
              </a:rPr>
              <a:t>Utilization-management nurse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Decides whether a requested drug meets the plan's published medical policy, then documents why. Works a queue under a turnaround clock.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2583" y="1682495"/>
            <a:ext cx="4050791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PAIN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A2B"/>
                </a:solidFill>
                <a:latin typeface="Arial"/>
              </a:rPr>
              <a:t>The evidence is split in half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Eligibility, claims, labs and pharmacy fills live in tables. Trial history, intolerances and contraindications live in narrative notes and scanned faxes. The policy itself is a PDF. Nothing joins them but a person reading.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310128"/>
            <a:ext cx="8302751" cy="841248"/>
          </a:xfrm>
          <a:prstGeom prst="roundRect">
            <a:avLst>
              <a:gd name="adj" fmla="val 1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9C3129"/>
                </a:solidFill>
                <a:latin typeface="Arial"/>
              </a:rPr>
              <a:t>WHAT GOES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A request is refused because the evidence was never found — not because it did not exist. </a:t>
            </a:r>
            <a:r>
              <a:rPr sz="950" b="0" i="0">
                <a:solidFill>
                  <a:srgbClr val="1A1A1A"/>
                </a:solidFill>
                <a:latin typeface="Arial"/>
              </a:rPr>
              <a:t>A metformin trial completed under a previous carrier, or an intolerance recorded by an out-of-network specialist, is invisible to a query scoped to the current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279392"/>
            <a:ext cx="830275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Domain context.  </a:t>
            </a:r>
            <a:r>
              <a:rPr sz="900" b="0" i="0">
                <a:solidFill>
                  <a:srgbClr val="334045"/>
                </a:solidFill>
                <a:latin typeface="Arial"/>
              </a:rPr>
              <a:t>CMS-0057-F requires payers to return prior-authorization decisions within fixed windows and to state a specific reason for each. "The model decided" is not a reason. Every criterion must be individually defensible and traceable to a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THE CRITERIA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The model reads evidence. Arithmetic renders the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A policy PDF becomes a tree of individually checkable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224528" cy="2395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MHP-PA-0142  ·  21 NODES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[ALL_OF] Medical necessity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[ALL_OF] §3 Coverage criteria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§3.1 Age ≥ 18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§3.3 HbA1c ≥ 7.0% within 90d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[ALL_OF] §4 Step therapy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   [ANY_OF] §4.1 Metformin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   adequate trial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   documented intolerance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(narrative)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[NONE_OF] §5 Exclusions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§5.1 MTC / MEN2 history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(narrative)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682495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Each leaf resolves alone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 structured leaf is SQL over claims, labs and fills. A narrative leaf is retrieval over clinical notes. Each returns MET, NOT MET, or NO EVIDENCE — and its citation.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487168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Groups fold upward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ALL_OF, ANY_OF and NONE_OF combine children in deterministic SQL. No model call decides an outcome.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3291839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Two outcomes exist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APPROVE, or ROUTE TO CLINICIAN with the missing item named. There is no code path that denies — a structural property, not a prompt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69664"/>
            <a:ext cx="830275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Why it matters.  </a:t>
            </a:r>
            <a:r>
              <a:rPr sz="850" b="0" i="0">
                <a:solidFill>
                  <a:srgbClr val="334045"/>
                </a:solidFill>
                <a:latin typeface="Arial"/>
              </a:rPr>
              <a:t>A verdict computed from cited leaves cannot be uncited, and cannot drift between runs on the same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Everything executes inside Snowflake. No PHI leaves the perimeter.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810512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Policy PDF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@POLICY_DOCS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3492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8648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AI_PARSE_DOCUMENT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layout 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30268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E8F4FD"/>
          </a:solidFill>
          <a:ln w="9525">
            <a:solidFill>
              <a:srgbClr val="1BA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policy-criteria-extractor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CoCo CLI skill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67044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Criteria Ledger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21 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478024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MEMBER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61872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Claims · Labs · Rx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5,003 members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793492" y="2583179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98648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V_DRUG_TRIAL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gap analysis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0268" y="2583179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Structured leaves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SQL + citation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3145536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NARRATIVE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1872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Clinical notes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CLINICAL_NOTE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93492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98648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Cortex Search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member-scoped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430268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35424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AI_FILTER adjudication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affirms?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67044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2200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Narrative leaves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+ citation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1872" y="3739895"/>
            <a:ext cx="3154679" cy="548640"/>
          </a:xfrm>
          <a:prstGeom prst="roundRect">
            <a:avLst>
              <a:gd name="adj" fmla="val 10000"/>
            </a:avLst>
          </a:prstGeom>
          <a:solidFill>
            <a:srgbClr val="0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Deterministic rollup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FC4DE"/>
                </a:solidFill>
                <a:latin typeface="Courier New"/>
              </a:rPr>
              <a:t>ALL_OF / ANY_OF / NONE_OF — SQL, not a model call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35424" y="37398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AUDIT trail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every node + source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Streamlit console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in Snowflake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" y="4379975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CoCo CLI skills.  </a:t>
            </a:r>
            <a:r>
              <a:rPr sz="850" b="0" i="0">
                <a:solidFill>
                  <a:srgbClr val="1BA0F2"/>
                </a:solidFill>
                <a:latin typeface="Courier New"/>
              </a:rPr>
              <a:t>policy-criteria-extractor</a:t>
            </a:r>
            <a:r>
              <a:rPr sz="850" b="0" i="0">
                <a:solidFill>
                  <a:srgbClr val="334045"/>
                </a:solidFill>
                <a:latin typeface="Arial"/>
              </a:rPr>
              <a:t> converts parsed policy prose into the criteria tree, and is scored blind against a held-out answer key. CoCo also drove schema iteration and debugged the console in-product.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DEMO · MEMBER M09000001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The evidence that approves the case is in the wrong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§4.1 requires three consecutive months of metformin. Hers sits under a prior carrier's member 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050791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6B7D84"/>
                </a:solidFill>
                <a:latin typeface="Arial"/>
              </a:rPr>
              <a:t>CONVENTIONAL QUERY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9C3129"/>
                </a:solidFill>
                <a:latin typeface="Arial"/>
              </a:rPr>
              <a:t>0 fills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Scoped to the current member id, step therapy fails. The request is refused.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Courier New"/>
              </a:rPr>
              <a:t>WHERE member_id = 'M09000001'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2583" y="1682495"/>
            <a:ext cx="4050791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A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VERITY — IDENTITY-LINKED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1B6E45"/>
                </a:solidFill>
                <a:latin typeface="Arial"/>
              </a:rPr>
              <a:t>5.9 months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Six consecutive fills recovered from prior coverage. §4.1 satisfied, with a citation.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Courier New"/>
              </a:rPr>
              <a:t>source: Northstar Mutual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999232"/>
            <a:ext cx="8302751" cy="51206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This is the policy applied correctly, not a loophole.  </a:t>
            </a:r>
            <a:r>
              <a:rPr sz="900" b="0" i="0">
                <a:solidFill>
                  <a:srgbClr val="334045"/>
                </a:solidFill>
                <a:latin typeface="Arial"/>
              </a:rPr>
              <a:t>§2.3 states that a trial completed under a prior member identifier or prior carrier SHALL count toward step therapy. Conventional tooling simply never looks there.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3639311"/>
            <a:ext cx="83027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SAME REVIEW, THREE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3895343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Elena Vasquez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2" y="3877055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6E45"/>
                </a:solidFill>
                <a:latin typeface="Courier New"/>
              </a:rPr>
              <a:t>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3886199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§4.1 rescued by prior-coverage linkage; §4.2 by an out-of-network note documenting intolerance to both second-line classes.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279391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Marcus Thorne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4261103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8A5A06"/>
                </a:solidFill>
                <a:latin typeface="Courier New"/>
              </a:rPr>
              <a:t>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4270247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Only HbA1c on file is 210 days old. The system names exactly what is missing rather than refusing.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4663439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Priya Nakamura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27632" y="4645151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9C3129"/>
                </a:solidFill>
                <a:latin typeface="Courier New"/>
              </a:rPr>
              <a:t>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5728" y="4654295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Every criterion passes, but a family history of medullary thyroid carcinoma is buried in a consult note. §5.1 fires.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A FAILURE WE FOUND AND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Retrieval finds the topic. It does not know the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Searching two members for a history of medullary thyroid carcinoma returns a confident hit for both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682495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682495"/>
            <a:ext cx="4443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WHAT RETRIEVAL RETURNED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5"/>
            <a:ext cx="1060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NAIVE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4032" y="1682495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19385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B1A2B"/>
                </a:solidFill>
                <a:latin typeface="Courier New"/>
              </a:rPr>
              <a:t>M09000003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1929384"/>
            <a:ext cx="4334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334045"/>
                </a:solidFill>
                <a:latin typeface="Arial"/>
              </a:rPr>
              <a:t>"Mother was diagnosed with medullary thyroid carcinoma at age 52"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8" y="1901952"/>
            <a:ext cx="896112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901952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3042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B1A2B"/>
                </a:solidFill>
                <a:latin typeface="Courier New"/>
              </a:rPr>
              <a:t>M09000002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2295144"/>
            <a:ext cx="4334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334045"/>
                </a:solidFill>
                <a:latin typeface="Arial"/>
              </a:rPr>
              <a:t>"No personal or family history of thyroid malignancy"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8" y="2267712"/>
            <a:ext cx="896112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14032" y="2267712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B6E45"/>
                </a:solidFill>
                <a:latin typeface="Courier New"/>
              </a:rPr>
              <a:t>NOT EXCLUDED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2688336"/>
            <a:ext cx="8302751" cy="676656"/>
          </a:xfrm>
          <a:prstGeom prst="roundRect">
            <a:avLst>
              <a:gd name="adj" fmla="val 1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9C3129"/>
                </a:solidFill>
                <a:latin typeface="Arial"/>
              </a:rPr>
              <a:t>Treating a retrieval hit as a met criterion would have blocked care for a member whose own record rules the exclusion out.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Arial"/>
              </a:rPr>
              <a:t>Reranker scores did separate the two, but a score threshold is arbitrary and drifts with corpus and phrasing. The fix is structural: Cortex Search narrows to candidates, then a separate adjudication step decides whether the passage affirmatively asserts the condition. Retrieval proposes; adjudication disposes.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" y="3456432"/>
            <a:ext cx="4059935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BLIND EXTRACTION, SCORED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E45"/>
                </a:solidFill>
                <a:latin typeface="Arial"/>
              </a:rPr>
              <a:t>21/21</a:t>
            </a:r>
            <a:r>
              <a:rPr sz="850" b="0" i="0">
                <a:solidFill>
                  <a:srgbClr val="334045"/>
                </a:solidFill>
                <a:latin typeface="Arial"/>
              </a:rPr>
              <a:t>  structural match · </a:t>
            </a:r>
            <a:r>
              <a:rPr sz="1300" b="1" i="0">
                <a:solidFill>
                  <a:srgbClr val="0B1A2B"/>
                </a:solidFill>
                <a:latin typeface="Arial"/>
              </a:rPr>
              <a:t>0/21</a:t>
            </a:r>
            <a:r>
              <a:rPr sz="850" b="0" i="0">
                <a:solidFill>
                  <a:srgbClr val="334045"/>
                </a:solidFill>
                <a:latin typeface="Arial"/>
              </a:rPr>
              <a:t>  identical labels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56432"/>
            <a:ext cx="4059935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THE FIRST RUN WAS DISCARDED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It scored 100% by reading the answer key sitting in the table it was writing to. We moved the key to a held-out schema and added a contamination detector.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IMPACT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Every figure below is measured from this build, not quoted from industry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43s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end-to-end adjudication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21 criteria, 6 retrievals,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20 adjudication calls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8315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100%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of determinations cited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315 audit nodes,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with its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6007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21/21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blind extraction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policy PDF → criteria tree,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scored against held-out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699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$6.77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total build cost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245,291 rows,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2.26 credits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724911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WHAT CHANGES FOR THE 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2944368"/>
            <a:ext cx="4059935" cy="896112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The evidence packet is assembled, not hunted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 reviewer opens a request and sees each criterion with its verdict and source already attached — including narrative evidence a structured query would never surface. Clear-cut cases approve themselves; the rest arrive ready to judge.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944368"/>
            <a:ext cx="4059935" cy="896112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The reason is auditable by construction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Every determination stores its full node trail, the passage behind each leaf, and the policy version in force on the date of service. A CMS-0057-F reason code is a query, not a reconstruction.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968496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BEYOND THE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Domain-agnostic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The Criteria Ledger is a governed evidence engine. Swap medical policy for AML rules or supplier contracts — the rollup is unchanged.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0880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Push upstream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Share the criteria engine with providers so a request is checked before it is submitted, removing the denial rather than appealing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1136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Scales by policy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Adding a policy is adding a PDF. Parsing, extraction and scoring already run unattended.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